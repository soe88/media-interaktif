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1. Media Interaktif Informatika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Topik: Dasar Jaringan Komputer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Kelas: SMP/SMA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Tujuan: memahami konsep jaringan secara sederhana</a:t>
            </a:r>
          </a:p>
        </p:txBody>
      </p:sp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2. Tujuan Pembelajaran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Menjelaskan pengertian jaringan komputer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Membedakan LAN, MAN, dan WAN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Mengenal perangkat jaringan utama</a:t>
            </a:r>
          </a:p>
        </p:txBody>
      </p:sp>
    </p:spTree>
  </p:cSld>
  <p:transition spd="slow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3. Apa Itu Jaringan Komputer?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Kumpulan komputer/perangkat yang saling terhubung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Berbagi data, printer, dan akses internet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Contoh: jaringan sekolah dan rumah</a:t>
            </a:r>
          </a:p>
        </p:txBody>
      </p:sp>
    </p:spTree>
  </p:cSld>
  <p:transition spd="slow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4. Jenis Jaringan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LAN: area kecil (ruang/lab)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MAN: skala kota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WAN: skala luas antar negara</a:t>
            </a:r>
          </a:p>
        </p:txBody>
      </p:sp>
    </p:spTree>
  </p:cSld>
  <p:transition spd="slow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5. Perangkat Jaringan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Router: menghubungkan jaringan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Switch: menghubungkan perangkat dalam LAN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Access Point: koneksi nirkabel (Wi-Fi)</a:t>
            </a:r>
          </a:p>
        </p:txBody>
      </p:sp>
    </p:spTree>
  </p:cSld>
  <p:transition spd="slow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6. Bagaimana Data Dikirim?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Data dipecah menjadi paket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Setiap paket memiliki alamat tujuan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Paket dirakit kembali saat tiba</a:t>
            </a:r>
          </a:p>
        </p:txBody>
      </p:sp>
    </p:spTree>
  </p:cSld>
  <p:transition spd="slow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7. Keamanan Digital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Gunakan kata sandi kuat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Waspada tautan phishing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Perbarui sistem secara berkala</a:t>
            </a:r>
          </a:p>
        </p:txBody>
      </p:sp>
    </p:spTree>
  </p:cSld>
  <p:transition spd="slow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8. Aktivitas Interaktif: Benar atau 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'LAN mencakup seluruh dunia' → Salah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'Router membantu mengarahkan data' → Benar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Diskusikan jawaban bersama teman</a:t>
            </a:r>
          </a:p>
        </p:txBody>
      </p:sp>
    </p:spTree>
  </p:cSld>
  <p:transition spd="slow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9. Mini Kuis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1) Perangkat untuk Wi-Fi adalah ...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2) WAN biasanya mencakup ...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3) Sebutkan satu contoh ancaman digital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548640" y="5852160"/>
            <a:ext cx="2560320" cy="548640"/>
          </a:xfrm>
          <a:prstGeom prst="roundRect">
            <a:avLst/>
          </a:prstGeom>
          <a:solidFill>
            <a:srgbClr val="1E50AA"/>
          </a:solidFill>
          <a:ln>
            <a:solidFill>
              <a:srgbClr val="1E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Ke Rangkuman</a:t>
            </a:r>
          </a:p>
        </p:txBody>
      </p:sp>
    </p:spTree>
  </p:cSld>
  <p:transition spd="slow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10. Rangkuman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Jaringan memudahkan berbagi informasi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Jenis jaringan dibedakan berdasarkan cakupan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Keamanan digital penting untuk semua pengguna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548640" y="5852160"/>
            <a:ext cx="3108960" cy="548640"/>
          </a:xfrm>
          <a:prstGeom prst="roundRect">
            <a:avLst/>
          </a:prstGeom>
          <a:solidFill>
            <a:srgbClr val="1E50AA"/>
          </a:solidFill>
          <a:ln>
            <a:solidFill>
              <a:srgbClr val="1E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Kembali ke Mini Kuis</a:t>
            </a:r>
          </a:p>
        </p:txBody>
      </p:sp>
    </p:spTree>
  </p:cSld>
  <p:transition spd="slow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E50AA"/>
                </a:solidFill>
              </a:rPr>
              <a:t>11. Refleksi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Hal baru apa yang kamu pelajari hari ini?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Bagian mana yang paling menarik?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Tuliskan 1 pertanyaan lanjutanmu</a:t>
            </a:r>
          </a:p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